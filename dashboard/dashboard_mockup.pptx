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F4E62-592C-3ABA-6D4C-E787AA224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98276-68B4-6E11-EA28-31D8B1658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528AC-246E-2F83-57BB-1370AF27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DE22B-1795-491B-8D9D-34B49CA0618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8668A-3589-BA5F-5BFB-A72695929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0D3DD-8B46-E936-6612-ADB6BEC8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FEF7-03A0-410D-B3D4-55352FF79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31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F3218-02EA-FB74-3409-B88DBF22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19EA4-46E0-BEC1-4005-29AF6ACA5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1A672-8BD6-E4D6-6837-C40083B3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DE22B-1795-491B-8D9D-34B49CA0618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B10F7-DFE2-50DB-C6C1-43001E27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DC8A-15F4-6751-13D6-C1003FBB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FEF7-03A0-410D-B3D4-55352FF79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769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92756-FF4C-593C-E978-7228F73C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C22AC-9A1F-AA9D-99CD-0F3A9B5E2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18CFA-4292-0F9A-B098-1689223D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DE22B-1795-491B-8D9D-34B49CA0618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09A29-5241-97E1-E1DF-5FB3F4BC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805BE-0B22-FA43-53EF-543D1CAC7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FEF7-03A0-410D-B3D4-55352FF79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914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86A5-BC61-10DB-636F-25CD0B02A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9E969-E21B-3E33-DC7F-573B93A773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B8AFD-6138-C435-873D-71B41351D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D69EA-DD62-3F0B-66E2-19D8EC73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DE22B-1795-491B-8D9D-34B49CA0618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16478-FC68-B1E8-165D-8089ADAB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28D1C-14EF-D6C7-6EBD-56E74BE0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FEF7-03A0-410D-B3D4-55352FF79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83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D7C5C-5D44-A2DF-FE22-F2AE8CDC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9AA41-A33F-766D-9BDA-EB3CCAEE5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6B1300-537D-033C-E78D-24FA2319B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B376E-ED86-9189-A5EC-DF9E1D692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CA8048-F534-A559-9F68-37FC1EC587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74A521-18F5-21F8-956F-94923172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DE22B-1795-491B-8D9D-34B49CA0618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890F8B-6EA8-63FE-3FCC-22790BA8A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9E1C2-E7D6-11B1-F597-998F05F7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FEF7-03A0-410D-B3D4-55352FF79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002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428B7-01AA-6921-8FFC-D90BE1A09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311FF8-1208-5CC1-9EF6-D98E449B3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DE22B-1795-491B-8D9D-34B49CA0618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84E79-1F65-8F5D-3D82-DF950F1B7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F990E7-5BA2-7221-2847-5C2C05CD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FEF7-03A0-410D-B3D4-55352FF79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089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174F4-0C0C-53D7-13BF-BBBFF8C2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DE22B-1795-491B-8D9D-34B49CA0618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9E80B-DCF6-F062-F712-0C92AA414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B6983-40F8-0528-9C05-3557134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FEF7-03A0-410D-B3D4-55352FF79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892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06D39-BB8E-4313-529E-8742488B9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7D6B0-8999-377C-0FF3-8DE5C028C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ADB20-EF6D-3823-BCDB-ACCCE8775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5FED1-3699-904D-682C-8FC3CEDF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DE22B-1795-491B-8D9D-34B49CA0618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8C5FD-B3F6-780A-A2D7-208B879D0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81586-BCD9-F1E7-96D8-B1906FBFE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FEF7-03A0-410D-B3D4-55352FF79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955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FCEDE-F34D-B3B3-FF4B-76EC4A7C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193412-071C-E6CC-6F0A-3508C251BA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D214A-F47A-6902-D79B-7CE04AC0D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DEAD9-BA08-0238-679A-E001F38A0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DE22B-1795-491B-8D9D-34B49CA0618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3F8D4-5DF3-5C41-DA32-5156FE425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BC992-DB77-69E1-6EAF-2FCE1FCAD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FEF7-03A0-410D-B3D4-55352FF79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511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94C3-E777-F2F5-486C-FED302DD0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3272B-E367-D3CA-86C8-F2141C454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05473-44EB-28CF-8906-0D7773FE1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DE22B-1795-491B-8D9D-34B49CA0618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9CBC7-D6D5-23B0-21F8-D29DFF3A0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7DFC8-96F0-9D83-1E3C-3B55016D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FEF7-03A0-410D-B3D4-55352FF79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59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8C4A0E-A337-39AC-46B7-6A62C85B10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E3D01-F30C-6176-5B01-839E7FE05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AE4E1-5F3E-85D3-BA4C-08D04B2E4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DE22B-1795-491B-8D9D-34B49CA0618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59611-FF2C-7A96-6809-711D2E686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90D7E-E0C8-1A0F-E797-FD9CC8FD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FEF7-03A0-410D-B3D4-55352FF79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131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4ED7B-A5B3-9335-B9EA-409B8C7B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D7CF7-363C-5C62-ACEB-89F987074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FEB52-AE55-F3A8-7033-49BADC6C1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DE22B-1795-491B-8D9D-34B49CA0618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CE6E3-7412-93E1-1C86-759C9C397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BAD4D-46A0-180F-E0C1-3C97DCB61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E2FEF7-03A0-410D-B3D4-55352FF79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06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3F3FE9-BF32-0167-5594-199ACA794752}"/>
              </a:ext>
            </a:extLst>
          </p:cNvPr>
          <p:cNvSpPr txBox="1"/>
          <p:nvPr/>
        </p:nvSpPr>
        <p:spPr>
          <a:xfrm>
            <a:off x="3323166" y="135466"/>
            <a:ext cx="5249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NETFLIX EDA DASHBOARD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D9951F-0590-DE99-A4FF-067BE51208C0}"/>
              </a:ext>
            </a:extLst>
          </p:cNvPr>
          <p:cNvSpPr/>
          <p:nvPr/>
        </p:nvSpPr>
        <p:spPr>
          <a:xfrm>
            <a:off x="313267" y="864711"/>
            <a:ext cx="2599267" cy="567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Total Titles</a:t>
            </a:r>
          </a:p>
          <a:p>
            <a:pPr algn="ctr"/>
            <a:r>
              <a:rPr lang="en-IN" dirty="0"/>
              <a:t>8807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3CCA53-D601-0648-AAEB-249B940F365E}"/>
              </a:ext>
            </a:extLst>
          </p:cNvPr>
          <p:cNvSpPr/>
          <p:nvPr/>
        </p:nvSpPr>
        <p:spPr>
          <a:xfrm>
            <a:off x="6333063" y="881517"/>
            <a:ext cx="2599267" cy="52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TV Shows</a:t>
            </a:r>
          </a:p>
          <a:p>
            <a:pPr algn="ctr"/>
            <a:r>
              <a:rPr lang="en-IN" dirty="0"/>
              <a:t>2676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DFA736-8364-1E07-2DA2-7DEBDF4AADDD}"/>
              </a:ext>
            </a:extLst>
          </p:cNvPr>
          <p:cNvSpPr/>
          <p:nvPr/>
        </p:nvSpPr>
        <p:spPr>
          <a:xfrm>
            <a:off x="9279466" y="881517"/>
            <a:ext cx="2599267" cy="52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Top Country</a:t>
            </a:r>
          </a:p>
          <a:p>
            <a:pPr algn="ctr"/>
            <a:r>
              <a:rPr lang="en-IN" dirty="0"/>
              <a:t>United States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69E759-B229-2599-7DD1-523292D67739}"/>
              </a:ext>
            </a:extLst>
          </p:cNvPr>
          <p:cNvSpPr/>
          <p:nvPr/>
        </p:nvSpPr>
        <p:spPr>
          <a:xfrm>
            <a:off x="3323165" y="881517"/>
            <a:ext cx="2599267" cy="52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Movies</a:t>
            </a:r>
          </a:p>
          <a:p>
            <a:pPr algn="ctr"/>
            <a:r>
              <a:rPr lang="en-IN" dirty="0"/>
              <a:t>6131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42DB07-3B5E-20C0-E6E3-ACBE26D49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332" y="1535314"/>
            <a:ext cx="2743199" cy="20100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3414D7-5C85-E4D6-1039-92DF1E0A0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333" y="1492981"/>
            <a:ext cx="2963335" cy="21829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D9BA5E-C8EA-7ADE-047A-BF6E083575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332" y="3675948"/>
            <a:ext cx="2743200" cy="2057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82F2CE6-8010-10E5-D7DF-362B3266FB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333" y="3675948"/>
            <a:ext cx="2963335" cy="2057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6BC4901-55A3-118C-1BA8-D5BFA8C4894F}"/>
              </a:ext>
            </a:extLst>
          </p:cNvPr>
          <p:cNvSpPr txBox="1"/>
          <p:nvPr/>
        </p:nvSpPr>
        <p:spPr>
          <a:xfrm>
            <a:off x="4157130" y="4948518"/>
            <a:ext cx="477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Key Insights: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Movies dominate Netflix content.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United States has highest content count.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TV-MA is the most common rating.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Netflix content increased significantly after 2015.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96392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Sainikhilreddy Chamala</dc:creator>
  <cp:lastModifiedBy>Sainikhilreddy Chamala</cp:lastModifiedBy>
  <cp:revision>1</cp:revision>
  <dcterms:created xsi:type="dcterms:W3CDTF">2026-06-16T17:11:51Z</dcterms:created>
  <dcterms:modified xsi:type="dcterms:W3CDTF">2026-06-16T17:18:45Z</dcterms:modified>
</cp:coreProperties>
</file>